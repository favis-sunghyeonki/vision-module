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85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72035"/>
          </a:solidFill>
          <a:ln w="12700">
            <a:solidFill>
              <a:srgbClr val="1720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525"/>
          </a:solidFill>
          <a:ln w="12700">
            <a:solidFill>
              <a:srgbClr val="0D15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Processing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 ·  .NET 기반 이미지 처리 파이프라인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 Framework 4.8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338328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017520" y="3383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Cognex </a:t>
            </a:r>
            <a:r>
              <a:rPr lang="en-US" sz="1000" dirty="0" err="1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VisionPro</a:t>
            </a: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9.6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338328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303520" y="3383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4.13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252728"/>
            <a:ext cx="0" cy="36576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834640" y="12618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64008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1993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1984248"/>
            <a:ext cx="0" cy="36576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834640" y="199339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 Framework 4.8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6400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5800" y="2724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라이브러리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2715768"/>
            <a:ext cx="0" cy="36576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834640" y="272491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Cognex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VisionPro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9.6, OpenCV 4.13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64008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85800" y="3456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3447288"/>
            <a:ext cx="0" cy="36576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834640" y="34564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기반의 모듈화된 비전 처리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6400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85800" y="4187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51760" y="4178808"/>
            <a:ext cx="0" cy="36576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834640" y="418795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개의 이미징 라이브러리 동시 지원 및 자동 변환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아키텍처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0" y="1097280"/>
            <a:ext cx="36576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508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IVisionStep 순차 실행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709928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97280" y="1984248"/>
            <a:ext cx="256032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97280" y="1984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CvStep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기반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984248"/>
            <a:ext cx="256032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0" y="1984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CogStep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VisionPro 기반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7440" y="2578608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766560" y="2578608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926080" y="2852928"/>
            <a:ext cx="329184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926080" y="28529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VisionContext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3200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데이터 및 이미지 저장소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447288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828800" y="3675888"/>
            <a:ext cx="2011680" cy="50292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828800" y="3675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Mat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03520" y="3675888"/>
            <a:ext cx="2011680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303520" y="3675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VisionPro ICogImage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675888"/>
            <a:ext cx="256032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291840" y="36758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ImageConverter  ↔  자동 포맷 변환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VisionContext — 공유 컨텍스트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 / 메서드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66928" y="1581912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04672" y="1508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MatImage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1508760"/>
            <a:ext cx="1645920" cy="292608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34640" y="1508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 Mat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508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Mat 포맷의 이미지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938528"/>
            <a:ext cx="82296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04672" y="2029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CogImage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34640" y="2029968"/>
            <a:ext cx="1645920" cy="292608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834640" y="20299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ICogImage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029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VisionPro ICogImage 포맷의 이미지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59736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66928" y="2624328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04672" y="25511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IsSuccess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34640" y="2551176"/>
            <a:ext cx="1645920" cy="292608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834640" y="25511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25511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통과 여부 플래그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980944"/>
            <a:ext cx="82296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66928" y="3145536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04672" y="30723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834640" y="3072384"/>
            <a:ext cx="1645920" cy="292608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834640" y="30723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3072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스텝별 에러 메시지 누적 리스트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502152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66928" y="3666744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04672" y="3593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834640" y="3593592"/>
            <a:ext cx="1645920" cy="292608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2834640" y="3593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3593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스텝 간 데이터 전달용 딕셔너리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023360"/>
            <a:ext cx="82296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66928" y="4187952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04672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SetError()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834640" y="4114800"/>
            <a:ext cx="1645920" cy="292608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2834640" y="4114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63440" y="4114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상태 설정 및 에러 메시지 기록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VisionPipeline — 파이프라인 실행 엔진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Execution Engine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메서드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645920"/>
            <a:ext cx="3566160" cy="640080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AddStep()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47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체이닝 지원 (fluent API)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423160"/>
            <a:ext cx="3566160" cy="640080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RunAsync()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724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실행 및 CancellationToken 지원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200400"/>
            <a:ext cx="3566160" cy="640080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ContinueOnFailure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502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실패 시 계속/중단 제어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402336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006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645920"/>
            <a:ext cx="37490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892040" y="186537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138928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OnStepStarted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38928" y="1947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스텝 시작 시 발생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423160"/>
            <a:ext cx="37490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892040" y="264261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138928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OnStepFailed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38928" y="2724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스텝 예외 발생 시 호출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200400"/>
            <a:ext cx="37490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892040" y="341985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138928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OnPipelineFinished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38928" y="3502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완료 시 호출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IVisionStep 인터페이스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Definition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 멤버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64008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8368" y="1554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1572768"/>
            <a:ext cx="118872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017520" y="1572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554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스텝의 고유한 이름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8229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64008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2194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ContinueOnFailure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2212848"/>
            <a:ext cx="118872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017520" y="2212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194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시 파이프라인 계속 실행 여부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8229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64008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8368" y="2834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017520" y="2852928"/>
            <a:ext cx="118872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017520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처리 로직 실행 메서드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클래스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393192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794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CvStepBase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기반 스텝의 추상 기반 클래스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49040"/>
            <a:ext cx="393192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800600" y="3794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CogStepBase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0060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VisionPro 기반 스텝의 추상 기반 클래스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CvStepBase — OpenCV 기반 스텝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Abstract Base Class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" cy="35661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및 특징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64592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스텝의 추상 기반 클래스</a:t>
            </a:r>
            <a:endParaRPr lang="en-US" sz="11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VpImage만 있을 경우 자동으로 Mat으로 변환</a:t>
            </a:r>
            <a:endParaRPr lang="en-US" sz="11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ExecuteCore()를 서브클래스에서 구현</a:t>
            </a:r>
            <a:endParaRPr lang="en-US" sz="11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VisionPro 스텝 다음에 바로 연결 가능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구현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627632"/>
            <a:ext cx="3566160" cy="2834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83480" y="1719072"/>
            <a:ext cx="3474720" cy="2606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CvThresholdStep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CvStepBase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double ThresholdValue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get; set; } = 128;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double MaxValue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get; set; } = 255;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override 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ExecuteCore(context)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이진화 처리 로직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CogStepBase — VisionPro 기반 스텝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VisionPro Abstract Base Class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" cy="3566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및 특징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64592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VisionPro 스텝의 추상 기반 클래스</a:t>
            </a:r>
            <a:endParaRPr lang="en-US" sz="11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CvImage만 있을 경우 자동으로 CogImage8Grey로 변환</a:t>
            </a:r>
            <a:endParaRPr lang="en-US" sz="11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ExecuteCore()를 서브클래스에서 구현</a:t>
            </a:r>
            <a:endParaRPr lang="en-US" sz="11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스텝 다음에 바로 연결 가능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구현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627632"/>
            <a:ext cx="3566160" cy="2834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83480" y="1719072"/>
            <a:ext cx="3474720" cy="2606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CogCaliperStep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CogStepBase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CogCaliperRunParams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RunParams { get; set;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ICogRegion Region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get; set;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override 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ExecuteCore(context)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캘리퍼 측정 로직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ImageConverter — 이미지 포맷 변환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Format Conversion Utility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2103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ToCogImage8Grey()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→ CogImage8Grey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컬러 이미지는 그레이스케일로 자동 변환하여 CogImage8Grey 객체 반환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3931920" cy="2103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006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ToMat()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ICogImage → Mat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66360" y="187452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CogImage8Grey 외 포맷은 내부에서 8Grey로 변환 후 OpenCV Mat 반환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64008" cy="1234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58368" y="34930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세부 사항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38221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Marshal.Copy를 활용한 저수준 픽셀 메모리 직접 조작</a:t>
            </a:r>
            <a:endParaRPr lang="en-US" sz="11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CogImage8Grey 외 포맷은 내부에서 자동으로 8Grey로 변환 처리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예시 — CvThresholdStep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Threshold Implementation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" cy="3749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 및 동작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627632"/>
            <a:ext cx="3657600" cy="530352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ThresholdValue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1700784"/>
            <a:ext cx="1097280" cy="219456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697480" y="1700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19019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이진화 임계값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249424"/>
            <a:ext cx="3657600" cy="530352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MaxValue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97480" y="2322576"/>
            <a:ext cx="1097280" cy="219456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697480" y="23225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523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픽셀값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871216"/>
            <a:ext cx="3657600" cy="530352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580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97480" y="2944368"/>
            <a:ext cx="1097280" cy="219456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697480" y="29443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31455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이진화 유형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설명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3840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CvImage를 이진화하고 결과로 교체</a:t>
            </a:r>
            <a:endParaRPr lang="en-US" sz="11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교체 후 CogImage(VpImage)는 null로 초기화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097280"/>
            <a:ext cx="40690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0060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예시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1627632"/>
            <a:ext cx="3749040" cy="3017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892040" y="1737360"/>
            <a:ext cx="3566160" cy="2834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step = </a:t>
            </a: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0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CvThresholdStep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ThresholdValue = </a:t>
            </a:r>
            <a:r>
              <a:rPr lang="en-US" sz="10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MaxValue = </a:t>
            </a:r>
            <a:r>
              <a:rPr lang="en-US" sz="10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ThresholdTypes.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pipeline.AddStep(step);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예시 — CogCaliperStep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VisionPro Caliper Implementation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" cy="3749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 및 결과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627632"/>
            <a:ext cx="3657600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1673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RunParams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9568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CogCaliperRunParams — ExpectedLineWidth, ContrastThreshold 등 설정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432304"/>
            <a:ext cx="3657600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24780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7614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ICogRegion 구현체 — 검사 영역 지정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236976"/>
            <a:ext cx="3657600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3282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 저장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566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context.Data['VisionPro.Caliper'] 키에 측정 결과 저장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097280"/>
            <a:ext cx="40690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0060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예시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1627632"/>
            <a:ext cx="3749040" cy="3017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92040" y="1737360"/>
            <a:ext cx="3566160" cy="2834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step = </a:t>
            </a: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0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CogCaliperStep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RunParams =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 CogCaliperRunParams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ExpectedLineWidth = </a:t>
            </a:r>
            <a:r>
              <a:rPr lang="en-US" sz="10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ContrastThreshold = </a:t>
            </a:r>
            <a:r>
              <a:rPr lang="en-US" sz="10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 = myRegion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디렉토리 구조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Directory Structure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572000" cy="3794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4297680" cy="3566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Core.cs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PipeLine.cs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Steps/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OpenCV/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CvStepBase.cs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CvThresholdStep.cs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Cognex/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CogStepBase.cs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CogCaliperStep.cs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Converters/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ImageConverter.cs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Engines/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OpenCV.cs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VisionPro.cs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Vision.csproj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57800" y="1115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파일 설명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57800" y="1508760"/>
            <a:ext cx="3429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257800" y="1508760"/>
            <a:ext cx="54864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40680" y="1554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Core.cs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40680" y="17465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VisionContext, IVisionStep 정의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57800" y="2029968"/>
            <a:ext cx="34290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257800" y="2029968"/>
            <a:ext cx="54864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40680" y="2075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2267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VisionPipeline 실행 엔진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2551176"/>
            <a:ext cx="3429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257800" y="2551176"/>
            <a:ext cx="54864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40680" y="2596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CvStepBase.cs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27889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기반 추상 클래스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57800" y="3072384"/>
            <a:ext cx="34290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257800" y="3072384"/>
            <a:ext cx="54864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40680" y="31181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CogStepBase.cs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33101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VisionPro 기반 추상 클래스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57800" y="3593592"/>
            <a:ext cx="3429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257800" y="3593592"/>
            <a:ext cx="54864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40680" y="36393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ImageConverter.cs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38313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↔ CogImage 변환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57800" y="4114800"/>
            <a:ext cx="34290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257800" y="4114800"/>
            <a:ext cx="54864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440680" y="4160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Vision.csproj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435254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4.8 프로젝트 설정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사용 흐름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Usage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7008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VisionContext 생성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초기화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874520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6517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429000" y="123444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4290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41648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로드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MatImage 또는 CogImage 입력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874520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6517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63640" y="123444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63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76288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VisionPipeline 생성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인스턴스 초기화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26517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94360" y="29718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7008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AddStep() 호출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6118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스텝 순서대로 추가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8960" y="3611880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291840" y="2834640"/>
            <a:ext cx="26517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429000" y="29718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4290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41648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RunAsync() 실행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29000" y="36118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파이프라인 실행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3611880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126480" y="2834640"/>
            <a:ext cx="26517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263640" y="29718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263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76288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36118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IsSuccess / Errors / Data / Image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장점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Advantages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920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92024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처리 단계가 독립적인 IVisionStep으로 구현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1097280"/>
            <a:ext cx="1920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87168" y="1097280"/>
            <a:ext cx="192024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78608" y="1280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CvStepBase / CogStepBase로 새 스텝 쉽게 추가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097280"/>
            <a:ext cx="1920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08576" y="1097280"/>
            <a:ext cx="1920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00016" y="1280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유연성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0016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라이브러리를 자유롭게 조합 가능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9984" y="1097280"/>
            <a:ext cx="1920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729984" y="1097280"/>
            <a:ext cx="19202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21424" y="1280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변환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21424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포맷 변환이 내부에서 자동으로 처리됨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606040"/>
            <a:ext cx="1920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2606040"/>
            <a:ext cx="19202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57200" y="2788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처리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200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ContinueOnFailure로 유연한 에러 제어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87168" y="2606040"/>
            <a:ext cx="1920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487168" y="2606040"/>
            <a:ext cx="19202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578608" y="2788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78608" y="3200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RunAsync로 UI 블로킹 방지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08576" y="2606040"/>
            <a:ext cx="1920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608576" y="260604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00016" y="2788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기반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0016" y="3200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상황 모니터링 및 콜백 지원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확장 방향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8368" y="1234440"/>
            <a:ext cx="155448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8368" y="1234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스텝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126187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 감지, 컨투어 감지 (OpenCV)  /  Blob, PatMax 등 (VisionPro)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6400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58368" y="1984248"/>
            <a:ext cx="155448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8368" y="1984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최적화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01168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멀티스레드 처리  /  GPU 가속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58368" y="2734056"/>
            <a:ext cx="15544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27340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도구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276148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스텝 중간 결과 저장  /  로깅 및 디버깅 지원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46704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346704"/>
            <a:ext cx="6400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58368" y="3483864"/>
            <a:ext cx="155448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58368" y="34838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통합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31720" y="351129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시각화  /  인터랙티브 파라미터 조정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096512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58368" y="4233672"/>
            <a:ext cx="15544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58368" y="4233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관리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31720" y="426110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구성 직렬화  /  설정 저장 / 로드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solidFill>
            <a:srgbClr val="172035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144475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13898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기반의 모듈화된 이미지 처리 파이프라인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65376"/>
            <a:ext cx="8229600" cy="457200"/>
          </a:xfrm>
          <a:prstGeom prst="rect">
            <a:avLst/>
          </a:prstGeom>
          <a:solidFill>
            <a:srgbClr val="172035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01168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19568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VisionPipeline이 여러 IVisionStep을 순차 실행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32304"/>
            <a:ext cx="8229600" cy="457200"/>
          </a:xfrm>
          <a:prstGeom prst="rect">
            <a:avLst/>
          </a:prstGeom>
          <a:solidFill>
            <a:srgbClr val="172035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257860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68680" y="25237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VisionContext로 이미지 및 데이터를 파이프라인 전체에서 공유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8229600" cy="457200"/>
          </a:xfrm>
          <a:prstGeom prst="rect">
            <a:avLst/>
          </a:prstGeom>
          <a:solidFill>
            <a:srgbClr val="172035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66928" y="3145536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3090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OpenCV와 VisionPro를 자유롭게 조합 — 자동 포맷 변환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172035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66928" y="371246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6868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가능한 아키텍처로 새로운 처리 단계 추가 용이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33088"/>
            <a:ext cx="8229600" cy="457200"/>
          </a:xfrm>
          <a:prstGeom prst="rect">
            <a:avLst/>
          </a:prstGeom>
          <a:solidFill>
            <a:srgbClr val="172035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66928" y="42793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68680" y="42245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구현 완료: CvThresholdStep, CogCaliperStep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</Words>
  <Application>Microsoft Office PowerPoint</Application>
  <PresentationFormat>화면 슬라이드 쇼(16:9)</PresentationFormat>
  <Paragraphs>285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Processing Architecture</dc:title>
  <dc:subject>PptxGenJS Presentation</dc:subject>
  <dc:creator>PptxGenJS</dc:creator>
  <cp:lastModifiedBy>성현기</cp:lastModifiedBy>
  <cp:revision>4</cp:revision>
  <dcterms:created xsi:type="dcterms:W3CDTF">2026-03-10T07:53:53Z</dcterms:created>
  <dcterms:modified xsi:type="dcterms:W3CDTF">2026-03-10T23:02:52Z</dcterms:modified>
</cp:coreProperties>
</file>